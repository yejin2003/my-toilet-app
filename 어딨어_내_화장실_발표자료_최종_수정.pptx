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67"/>
    <p:restoredTop sz="94610"/>
  </p:normalViewPr>
  <p:slideViewPr>
    <p:cSldViewPr snapToGrid="0" snapToObjects="1">
      <p:cViewPr>
        <p:scale>
          <a:sx n="85" d="100"/>
          <a:sy n="85" d="100"/>
        </p:scale>
        <p:origin x="-108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559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ejin2003.github.io/my-toilet-app/where_is_my_toilet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34A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34A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BRIEFING · 코드 &amp; </a:t>
            </a:r>
            <a:r>
              <a:rPr lang="en-US" sz="1400" b="1" kern="0" spc="200" dirty="0" err="1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</a:t>
            </a:r>
            <a:r>
              <a:rPr lang="en-US" sz="14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b="1" kern="0" spc="200" dirty="0" err="1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어딨어 내 화장실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59" y="3977640"/>
            <a:ext cx="82517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기반 공중화장실 </a:t>
            </a:r>
            <a:r>
              <a:rPr lang="en-US" sz="1700" dirty="0" err="1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</a:t>
            </a:r>
            <a:r>
              <a:rPr lang="en-US" sz="170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dirty="0" err="1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</a:t>
            </a:r>
            <a:r>
              <a:rPr lang="ko-KR" altLang="en-US" sz="170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dirty="0" err="1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</a:t>
            </a:r>
            <a:r>
              <a:rPr lang="en-US" sz="170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단일 HTML </a:t>
            </a:r>
            <a:r>
              <a:rPr lang="en-US" sz="1700" dirty="0" err="1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파일로</a:t>
            </a:r>
            <a:r>
              <a:rPr lang="en-US" sz="170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dirty="0" err="1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동작하는</a:t>
            </a:r>
            <a:r>
              <a:rPr lang="ko-KR" altLang="en-US" sz="1700" dirty="0"/>
              <a:t> </a:t>
            </a:r>
            <a:r>
              <a:rPr lang="en-US" sz="1700" dirty="0" err="1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지도·필터·리뷰·코인</a:t>
            </a:r>
            <a:r>
              <a:rPr lang="en-US" sz="170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시스템의 코드 구조와 작동 원리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532120"/>
            <a:ext cx="566928" cy="566928"/>
          </a:xfrm>
          <a:prstGeom prst="ellipse">
            <a:avLst/>
          </a:prstGeom>
          <a:solidFill>
            <a:srgbClr val="2979F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🚻</a:t>
            </a:r>
            <a:endParaRPr lang="en-US" sz="1736" dirty="0"/>
          </a:p>
        </p:txBody>
      </p:sp>
      <p:sp>
        <p:nvSpPr>
          <p:cNvPr id="9" name="Shape 7"/>
          <p:cNvSpPr/>
          <p:nvPr/>
        </p:nvSpPr>
        <p:spPr>
          <a:xfrm>
            <a:off x="1600200" y="5532120"/>
            <a:ext cx="566928" cy="566928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00200" y="5532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</a:t>
            </a:r>
            <a:endParaRPr lang="en-US" sz="1736" dirty="0"/>
          </a:p>
        </p:txBody>
      </p:sp>
      <p:sp>
        <p:nvSpPr>
          <p:cNvPr id="11" name="Shape 9"/>
          <p:cNvSpPr/>
          <p:nvPr/>
        </p:nvSpPr>
        <p:spPr>
          <a:xfrm>
            <a:off x="2377440" y="5532120"/>
            <a:ext cx="566928" cy="566928"/>
          </a:xfrm>
          <a:prstGeom prst="ellipse">
            <a:avLst/>
          </a:prstGeom>
          <a:solidFill>
            <a:srgbClr val="34C759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77440" y="5532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🏪</a:t>
            </a:r>
            <a:endParaRPr lang="en-US" sz="1736" dirty="0"/>
          </a:p>
        </p:txBody>
      </p:sp>
      <p:sp>
        <p:nvSpPr>
          <p:cNvPr id="13" name="Text 11"/>
          <p:cNvSpPr/>
          <p:nvPr/>
        </p:nvSpPr>
        <p:spPr>
          <a:xfrm>
            <a:off x="3154680" y="5650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김태윤</a:t>
            </a:r>
            <a:r>
              <a:rPr lang="en-US" altLang="ko-KR" sz="1300" i="1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300" i="1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이수현</a:t>
            </a:r>
            <a:r>
              <a:rPr lang="en-US" altLang="ko-KR" sz="1300" i="1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300" i="1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</a:rPr>
              <a:t>김예진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당장 갈 수 있는 화장실, 어디 있지?” — GPS로 주변 화장실을 찾고 정보를 공유하는 웹앱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41248" y="2528316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25283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91640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주변 찾기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7157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위치 기준 가장 가까운 화장실을 지도와 거리순 목록으로 안내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10528" y="2528316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10528" y="25283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60920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필터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7157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장소명 자동완성 검색과 비데/24시간/장애인용 등 조건별 필터링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30752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41248" y="4110228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1248" y="41102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91640" y="3931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화장실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2976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코인을 사용해 카페·매장 등 비공개 화장실의 도어락 비밀번호 확인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730752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10528" y="4110228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10528" y="41102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60920" y="3931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평점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2976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이용자가 별점과 사진 후기를 남기고 청결도 정보를 공유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312664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41248" y="5692140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41248" y="56921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🧻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91640" y="5513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코인 보상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587959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작성·화장실 등록 시 코인을 지급해 정보 생태계를 선순환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17920" y="5312664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4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510528" y="5692140"/>
            <a:ext cx="658368" cy="658368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10528" y="56921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360920" y="5513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60920" y="587959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주·야간 어디서나 눈이 편한 라이트/다크 테마 전환 지원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서버나 빌드 과정 없이, 브라우저에서 바로 실행되는 단일 HTML 파일 구조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91440" cy="196596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3682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프런트엔드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 · CSS · Vanilla JavaScript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22783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 없이 한 파일(.html)에 마크업·스타일·로직을 모두 포함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534924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91440" cy="196596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37960" y="23682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69480" y="23500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엔진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Leaflet.js 1.9.4 + OpenStreetMap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322783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라이트 모드는 OSM, 다크 모드는 CartoDB 타일을 전환해 표시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34924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91440" cy="196596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46085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00200" y="45902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정보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4892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Geolocation API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" y="54681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navigator.geolocation으로 실시간 GPS 좌표를 받아 현재 위치 추적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534924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91440" cy="196596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37960" y="46085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69480" y="45902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저장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4892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localStorage (브라우저 내장 저장소)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37960" y="54681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코인·저장목록·리뷰·등록 화장실을 서버 없이 JSON으로 영구 저장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구조 — TOILETS 배열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39" y="1417320"/>
            <a:ext cx="10511843" cy="645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하나하나는 좌표·평점·시설 정보를 담은 객체이며, 전체가 하나의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배열로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관리됩니다</a:t>
            </a:r>
            <a:r>
              <a:rPr lang="en-US" altLang="ko-KR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buNone/>
            </a:pPr>
            <a:r>
              <a:rPr lang="ko-KR" altLang="en-US" sz="1500" b="1" dirty="0">
                <a:solidFill>
                  <a:srgbClr val="2979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데이터 출처: 서울 열린데이터 광장 — ‘서울시 공중화장실 정보’ 공공데이터 (화장실 위치 및 시설 데이터 출처)</a:t>
            </a:r>
            <a:r>
              <a:rPr lang="en-US" altLang="ko-KR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500" dirty="0">
              <a:solidFill>
                <a:srgbClr val="5C7088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577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TOILETS = [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 name: "강남역 2번 출구 공중화장실",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37.4984,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lng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127.0260,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"public", 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4.2,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38,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open24h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true,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true,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85,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stalls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6, </a:t>
            </a:r>
            <a:r>
              <a:rPr lang="en-US" sz="14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"지하 1층" },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서울 </a:t>
            </a:r>
            <a:r>
              <a:rPr lang="en-US" sz="1400" dirty="0" err="1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전역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ko-KR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 곳의 화장실 데이터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121408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 / lng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3134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 표시할 위경도 좌표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898648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0" y="2770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0906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"public"(공용) / "secret"(비밀)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3675888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0" y="3547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 / reviews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3867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별점과 누적 리뷰 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4453128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75120" y="4325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open24h / disabled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645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24시간·장애인용 여부 → 필터에 사용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5230368"/>
            <a:ext cx="146304" cy="146304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75120" y="5102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/ stalls / loc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5422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청결도(%) · 칸 수 · 상세 위치 설명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33018" y="5857346"/>
            <a:ext cx="5090158" cy="868680"/>
          </a:xfrm>
          <a:prstGeom prst="rect">
            <a:avLst/>
          </a:prstGeom>
          <a:solidFill>
            <a:srgbClr val="D6E8FF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직접 등록한 화장실은 dynToilets 배열에 별도로 저장되며,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렌더링 시 TOILETS와 합쳐서 함께 표시됩니다.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RENDERING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&amp; 마커 표시 원리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Leaflet의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divIcon으로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HTML 마커를 화장실 종류별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색상으로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구분합니다</a:t>
            </a:r>
            <a:r>
              <a:rPr lang="en-US" altLang="ko-KR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035040" cy="3794760"/>
          </a:xfrm>
          <a:prstGeom prst="roundRect">
            <a:avLst>
              <a:gd name="adj" fmla="val 1928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486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3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toiletIcon</a:t>
            </a: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(type, beta)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 = type === 'public' ? '#2979ff' : '#ffc107';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 = type === 'public' ? '🚻' : '🔒';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L.divIcon({ html: `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style="width:38px;height:38px;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background:${c}; border-radius:50% 50% 50% 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transform:rotate(-45deg)"&gt;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&lt;span&gt;${e}&lt;/span&gt;&lt;/div&gt;` });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TOILETS + dynToilets 배열을 합쳐 현재 필터를 통과한 화장실만 추려냄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화장실의 type에 따라 toiletIcon()이 파란/노란 물방울 마커를 생성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L.marker(...).addTo(map)로 지도에 추가하고 클릭 이벤트로 상세 시트(openSheet) 연결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등록한 마커는 draggable: true로 생성되어 드래그로 위치 보정 가능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03720" y="5989320"/>
            <a:ext cx="457200" cy="457200"/>
          </a:xfrm>
          <a:prstGeom prst="ellipse">
            <a:avLst/>
          </a:prstGeom>
          <a:solidFill>
            <a:srgbClr val="2979F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903720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52360" y="6035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 화장실 (파란색)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09760" y="5989320"/>
            <a:ext cx="457200" cy="457200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09760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0" y="6035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화장실 (노란색)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GEOLOCATION &amp; DISTANCE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위치 찾기 &amp; 거리 계산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Geolocation API로 GPS 좌표를 받고, 하버사인(Haversine) 공식으로 두 지점 사이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계산합니다</a:t>
            </a:r>
            <a:r>
              <a:rPr lang="en-US" altLang="ko-KR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126480" cy="3931920"/>
          </a:xfrm>
          <a:prstGeom prst="roundRect">
            <a:avLst>
              <a:gd name="adj" fmla="val 1860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3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c, d)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 = 6371000; // 지구 반지름(m)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f1 = a*Math.PI/180, f2 = c*Math.PI/180;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df = (c-a)*Math.PI/180, dl = (d-b)*Math.PI/180;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x = Math.sin(df/2)**2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+ Math.cos(f1)*Math.cos(f2)*Math.sin(dl/2)**2;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 * 2 * Math.atan2(Math.sqrt(x), Math.sqrt(1-x));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3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fmtD</a:t>
            </a: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(m){ return m&lt;1000 ? `${Math.round(m)}m`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: `${(m/1000).toFixed(1)}km`; 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navigator.geolocation.watchPosition()으로 위도·경도(uLat, uLng)를 실시간 갱신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</a:t>
            </a:r>
            <a:r>
              <a:rPr lang="en-US" sz="13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‘</a:t>
            </a:r>
            <a:r>
              <a:rPr lang="ko-KR" alt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파란색 점</a:t>
            </a: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’으로 현재 위치를 표시 (HTTPS 환경, 즉 GitHub Pages에서만 정상 동작)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dist()는 위경도 두 쌍을 받아 두 지점 사이의 직선 거리를(m) 계산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fmtD()가 결과를 “240m” / “1.3km”처럼 사람이 읽기 좋은 형태로 변환해 표시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FILTER &amp; 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· 검색 기능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칩과 검색창은 같은 화장실 목록을 다른 조건으로 ‘다시 그리는’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방식으로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동작합니다</a:t>
            </a:r>
            <a:r>
              <a:rPr lang="en-US" altLang="ko-KR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035040" cy="3794760"/>
          </a:xfrm>
          <a:prstGeom prst="roundRect">
            <a:avLst>
              <a:gd name="adj" fmla="val 1928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486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3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passFilter</a:t>
            </a: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</a:t>
            </a:r>
            <a:r>
              <a:rPr lang="en-US" sz="13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activeFilter</a:t>
            </a: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'open24h':  return t.open24h;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'disabled': return t.disabled;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'public':   return t.type === 'public';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'secret':   return t.type === 'secret';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return true;  // '전체'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칩(</a:t>
            </a:r>
            <a:r>
              <a:rPr lang="en-US" sz="13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/24시간/장애인용/공용/비밀)을 누르면 activeFilter 값이 바뀜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renderMarkers()가 전체 화장실 목록을 passFilter()로 걸러 지도를 다시 그림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 입력 또는 🔍 검색 버튼 클릭 시 화장실 이름·동네 이름과 비교해 자동완성 및 결과 이동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선택 시 map.setView()로 지도를 해당 위치로 이동하고 상세 시트를 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SECRET TOILET &amp; COIN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화장실 &amp; 코인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94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코인 1개로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비밀번호를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 해제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하며</a:t>
            </a:r>
            <a:r>
              <a:rPr lang="ko-KR" alt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제보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ko-KR" alt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</a:t>
            </a:r>
            <a:r>
              <a:rPr lang="ko-KR" alt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unlockedIds 목록으로 중복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차감을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방지합니다</a:t>
            </a:r>
            <a:r>
              <a:rPr lang="en-US" altLang="ko-KR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126480" cy="4114800"/>
          </a:xfrm>
          <a:prstGeom prst="roundRect">
            <a:avLst>
              <a:gd name="adj" fmla="val 1778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3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useCoin</a:t>
            </a: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if(coins&lt;=0){ showToast('코인이 부족합니다'); return; 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coins--; localStorage.setItem('coins', coins);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ko-KR" alt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잠금 해제</a:t>
            </a: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목록에 저장 → 이후엔 다시 차감하지 않음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if(!unlockedIds.includes(sel.id)){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unlockedIds</a:t>
            </a: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.push(sel.id);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localStorage.setItem('unlockedIds',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JSON.stringify(unlockedIds));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비밀번호 · 위치 정보 화면에 표시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잠긴 화장실 상세창에서 “코인 1개로 비밀번호 확인” 버튼을 누르면 모달이 뜸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useCoin()이 코인을 1개 차감하고, 비밀번호·내부 위치를 공개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화장실 id를 unlockedIds에 저장 → 다음에 다시 봐도 코인을 또 쓰지 않음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상세창은 “</a:t>
            </a:r>
            <a:r>
              <a:rPr lang="en-US" sz="13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</a:t>
            </a:r>
            <a:r>
              <a:rPr lang="ko-KR" alt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</a:t>
            </a: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13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</a:t>
            </a:r>
            <a:r>
              <a:rPr lang="ko-KR" alt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</a:t>
            </a: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” 두 영역을 미리 만들어두고 display로만 전환 — 화면이 깨지지 않도록 설계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300" dirty="0">
                <a:solidFill>
                  <a:srgbClr val="E6A8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✨ 신규: 공용 화장실에 비밀번호 제보 → 코인 +1, 제보자는 코인 없이 영구 열람 (submittedPwIds)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REVIEWS &amp; PERSISTENCE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작성 &amp; 데이터 저장 (localStorage)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작성한 리뷰는 reviewsDB 객체에 누적되고, 기존 평점과 합산되어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</a:t>
            </a:r>
            <a:r>
              <a:rPr lang="en-US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반영됩니다</a:t>
            </a:r>
            <a:r>
              <a:rPr lang="en-US" altLang="ko-KR" sz="15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126480" cy="3931920"/>
          </a:xfrm>
          <a:prstGeom prst="roundRect">
            <a:avLst>
              <a:gd name="adj" fmla="val 1860"/>
            </a:avLst>
          </a:prstGeom>
          <a:solidFill>
            <a:srgbClr val="0F21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3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computeRating</a:t>
            </a: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uRevs = </a:t>
            </a:r>
            <a:r>
              <a:rPr lang="en-US" sz="13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reviewsDB</a:t>
            </a: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[String(t.id)] || [];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if(!uRevs.length) return { avg:t.rating, cnt:0 }; // 리뷰 없으면 별점 숨김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uAvg = uRevs.reduce((a,b)=&gt;a+b.stars,0)/uRevs.length;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avg: Math.round(uAvg*10)/10, cnt: uRevs.length };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①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별점·후기·사진(최대 4MB)을 입력해 제출하면 reviewsDB[화장실id]에 새 리뷰가 추가됨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②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localStorage.setItem('reviews', JSON.stringify(reviewsDB))로 브라우저에 영구 저장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③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computeRating()이 실제 리뷰 평균만 반영 — 리뷰가 없으면 별점·개수를 숨김 (cnt:0)</a:t>
            </a:r>
            <a:endParaRPr lang="en-US" sz="1600" dirty="0"/>
          </a:p>
          <a:p>
            <a:pPr marL="342900" indent="-342900">
              <a:buSzPct val="100000"/>
              <a:buChar char="④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작성 시 코인 +1 </a:t>
            </a:r>
            <a:r>
              <a:rPr lang="en-US" sz="13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</a:t>
            </a: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>
              <a:buSzPct val="100000"/>
            </a:pP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→ 모인 코인으로 비밀 </a:t>
            </a:r>
            <a:r>
              <a:rPr lang="en-US" sz="13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화장실을</a:t>
            </a:r>
            <a:r>
              <a:rPr 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</a:t>
            </a:r>
            <a:r>
              <a:rPr lang="ko-KR" altLang="en-US" sz="13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486400" cy="5486400"/>
          </a:xfrm>
          <a:prstGeom prst="ellipse">
            <a:avLst/>
          </a:prstGeom>
          <a:solidFill>
            <a:srgbClr val="234A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66928" cy="566928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2951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장의 HTML로 완성된 SPA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660904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 지도 · 필터 · 코인 · 리뷰까지 빌드 과정 없이 단일 파일에서 동작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410712"/>
            <a:ext cx="566928" cy="566928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3741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데이터는 모두 localStorage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3739896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서버 없이도 코인·저장목록·리뷰·등록 화장실이 브라우저에 영구 보존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489704"/>
            <a:ext cx="566928" cy="566928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4531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 나눌수록 커지는 서비스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63040" y="481888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리뷰·등록에 코인을 보상해, 사용자가 곧 데이터를 채우는 선순환 설계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234A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6676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1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앞으로의 개선 방향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1089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데이터 API 연동으로 화장실 정보 자동 갱신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서버·DB 도입으로 여러 사용자 간 리뷰 동기화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신고·검수 기능으로 등록 정보의 신뢰도 강화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6035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 🚻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160520" y="5943600"/>
            <a:ext cx="7406640" cy="566928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60520" y="59436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 사이트 바로 가기 :  </a:t>
            </a:r>
            <a:r>
              <a:rPr lang="en-US" sz="1400" b="1" u="sng" dirty="0">
                <a:solidFill>
                  <a:srgbClr val="1B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  <a:hlinkClick r:id="rId3" tooltip="어딨어 내 화장실 사이트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어딨어 내 화장실 (GitHub Pages)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1547</Words>
  <Application>Microsoft Macintosh PowerPoint</Application>
  <PresentationFormat>와이드스크린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어딨어 내 화장실 - 코드와 작동 원리</dc:title>
  <dc:subject>PptxGenJS Presentation</dc:subject>
  <dc:creator>어딨어 내 화장실 팀</dc:creator>
  <cp:lastModifiedBy>이 수현</cp:lastModifiedBy>
  <cp:revision>4</cp:revision>
  <dcterms:created xsi:type="dcterms:W3CDTF">2026-06-06T07:48:09Z</dcterms:created>
  <dcterms:modified xsi:type="dcterms:W3CDTF">2026-06-10T16:10:23Z</dcterms:modified>
</cp:coreProperties>
</file>