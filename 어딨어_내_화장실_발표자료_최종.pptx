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5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ejin2003.github.io/my-toilet-app/&#50612;&#46376;&#50612;_&#45236;_&#54868;&#51109;&#49892;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34A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34A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BRIEFING · 코드 &amp; 동작 원리 설명회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어딨어 내 화장실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기반 공중화장실 탐색 웹앱 — 단일 HTML 파일로 동작하는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지도·필터·리뷰·코인 시스템의 코드 구조와 작동 원리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532120"/>
            <a:ext cx="566928" cy="566928"/>
          </a:xfrm>
          <a:prstGeom prst="ellipse">
            <a:avLst/>
          </a:prstGeom>
          <a:solidFill>
            <a:srgbClr val="2979F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🚻</a:t>
            </a:r>
            <a:endParaRPr lang="en-US" sz="1736" dirty="0"/>
          </a:p>
        </p:txBody>
      </p:sp>
      <p:sp>
        <p:nvSpPr>
          <p:cNvPr id="9" name="Shape 7"/>
          <p:cNvSpPr/>
          <p:nvPr/>
        </p:nvSpPr>
        <p:spPr>
          <a:xfrm>
            <a:off x="1600200" y="5532120"/>
            <a:ext cx="566928" cy="566928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00200" y="5532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</a:t>
            </a:r>
            <a:endParaRPr lang="en-US" sz="1736" dirty="0"/>
          </a:p>
        </p:txBody>
      </p:sp>
      <p:sp>
        <p:nvSpPr>
          <p:cNvPr id="11" name="Shape 9"/>
          <p:cNvSpPr/>
          <p:nvPr/>
        </p:nvSpPr>
        <p:spPr>
          <a:xfrm>
            <a:off x="2377440" y="5532120"/>
            <a:ext cx="566928" cy="566928"/>
          </a:xfrm>
          <a:prstGeom prst="ellipse">
            <a:avLst/>
          </a:prstGeom>
          <a:solidFill>
            <a:srgbClr val="34C759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77440" y="5532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🏪</a:t>
            </a:r>
            <a:endParaRPr lang="en-US" sz="1736" dirty="0"/>
          </a:p>
        </p:txBody>
      </p:sp>
      <p:sp>
        <p:nvSpPr>
          <p:cNvPr id="13" name="Text 11"/>
          <p:cNvSpPr/>
          <p:nvPr/>
        </p:nvSpPr>
        <p:spPr>
          <a:xfrm>
            <a:off x="3154680" y="5650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김태윤</a:t>
            </a:r>
            <a:r>
              <a:rPr lang="en-US" altLang="ko-KR" sz="1300" i="1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300" i="1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이수현</a:t>
            </a:r>
            <a:r>
              <a:rPr lang="en-US" altLang="ko-KR" sz="1300" i="1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300" i="1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김예진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당장 갈 수 있는 화장실, 어디 있지?” — GPS로 주변 화장실을 찾고 정보를 공유하는 웹앱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41248" y="2528316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25283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91640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주변 찾기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7157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위치 기준 가장 가까운 화장실을 지도와 거리순 목록으로 안내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10528" y="2528316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10528" y="25283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60920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필터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7157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장소명 자동완성 검색과 비데/24시간/장애인용 등 조건별 필터링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30752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41248" y="4110228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1248" y="41102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91640" y="3931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화장실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2976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코인을 사용해 카페·매장 등 비공개 화장실의 도어락 비밀번호 확인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730752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10528" y="4110228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10528" y="41102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60920" y="3931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평점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2976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이용자가 별점과 사진 후기를 남기고 청결도 정보를 공유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312664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41248" y="5692140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41248" y="56921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🧻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91640" y="5513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코인 보상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58795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작성·화장실 등록 시 코인을 지급해 정보 생태계를 선순환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17920" y="5312664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510528" y="5692140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10528" y="56921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360920" y="5513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60920" y="58795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주·야간 어디서나 눈이 편한 라이트/다크 테마 전환 지원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서버나 빌드 과정 없이, 브라우저에서 바로 실행되는 단일 HTML 파일 구조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91440" cy="196596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3682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프런트엔드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 · CSS · Vanilla JavaScript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22783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 없이 한 파일(.html)에 마크업·스타일·로직을 모두 포함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91440" cy="196596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37960" y="23682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69480" y="23500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엔진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Leaflet.js 1.9.4 + OpenStreetMap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322783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라이트 모드는 OSM, 다크 모드는 CartoDB 타일을 전환해 표시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91440" cy="196596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46085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00200" y="45902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정보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4892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Geolocation API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" y="54681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navigator.geolocation으로 실시간 GPS 좌표를 받아 현재 위치 추적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91440" cy="196596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37960" y="46085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69480" y="45902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저장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4892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localStorage (브라우저 내장 저장소)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37960" y="54681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코인·저장목록·리뷰·등록 화장실을 서버 없이 JSON으로 영구 저장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 — TOILETS 배열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하나하나는 좌표·평점·시설 정보를 담은 객체이며, 전체가 하나의 배열로 관리됩니다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126480" cy="3794760"/>
          </a:xfrm>
          <a:prstGeom prst="roundRect">
            <a:avLst>
              <a:gd name="adj" fmla="val 1928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577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TOILETS = [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name: "강남역 2번 출구 공중화장실",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lat: 37.4984, lng: 127.0260,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"public",  rating: 4.2, reviews: 38,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bidet: true, open24h: true, disabled: true,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clean: 85, stalls: 6, loc: "지하 1층" },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서울 전역 70여 곳의 화장실 데이터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2340864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23760" y="2212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 / lng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0" y="25328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 표시할 위경도 좌표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0" y="3118104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23760" y="2990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33101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"public"(공용) / "secret"(비밀)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3895344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22376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/ reviews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4087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별점과 누적 리뷰 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4672584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223760" y="4544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bidet / open24h / disabled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4864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비데·24시간·장애인용 여부 → 필터에 사용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5449824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223760" y="5321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/ stalls / loc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5641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청결도(%) · 칸 수 · 상세 위치 설명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49440" y="6217920"/>
            <a:ext cx="4572000" cy="868680"/>
          </a:xfrm>
          <a:prstGeom prst="rect">
            <a:avLst/>
          </a:prstGeom>
          <a:solidFill>
            <a:srgbClr val="D6E8FF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직접 등록한 화장실은 dynToilets 배열에 별도로 저장되며,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렌더링 시 TOILETS와 합쳐서 함께 표시됩니다.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RENDERING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&amp; 마커 표시 원리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Leaflet의 divIcon으로 직접 그린 HTML 마커를 화장실 종류별 색상으로 구분합니다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035040" cy="3794760"/>
          </a:xfrm>
          <a:prstGeom prst="roundRect">
            <a:avLst>
              <a:gd name="adj" fmla="val 1928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486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toiletIcon(type, beta)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 = type === 'public' ? '#2979ff' : '#ffc107';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 = type === 'public' ? '🚻' : '🔒';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L.divIcon({ html: `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style="width:38px;height:38px;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background:${c}; border-radius:50% 50% 50% 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transform:rotate(-45deg)"&gt;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&lt;span&gt;${e}&lt;/span&gt;&lt;/div&gt;` });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TOILETS + dynToilets 배열을 합쳐 현재 필터를 통과한 화장실만 추려냄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화장실의 type에 따라 toiletIcon()이 파란/노란 물방울 마커를 생성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L.marker(...).addTo(map)로 지도에 추가하고 클릭 이벤트로 상세 시트(openSheet) 연결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등록한 마커는 draggable: true로 생성되어 드래그로 위치 보정 가능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3720" y="5989320"/>
            <a:ext cx="457200" cy="457200"/>
          </a:xfrm>
          <a:prstGeom prst="ellipse">
            <a:avLst/>
          </a:prstGeom>
          <a:solidFill>
            <a:srgbClr val="2979F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903720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52360" y="6035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 화장실 (파란색)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09760" y="5989320"/>
            <a:ext cx="457200" cy="45720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09760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0" y="6035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화장실 (노란색)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GEOLOCATION &amp; DISTANCE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위치 찾기 &amp; 거리 계산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Geolocation API로 GPS 좌표를 받고, 하버사인(Haversine) 공식으로 두 지점 사이 거리를 계산합니다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126480" cy="3931920"/>
          </a:xfrm>
          <a:prstGeom prst="roundRect">
            <a:avLst>
              <a:gd name="adj" fmla="val 1860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dist(a, b, c, d)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 = 6371000; // 지구 반지름(m)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f1 = a*Math.PI/180, f2 = c*Math.PI/180;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df = (c-a)*Math.PI/180, dl = (d-b)*Math.PI/180;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x = Math.sin(df/2)**2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+ Math.cos(f1)*Math.cos(f2)*Math.sin(dl/2)**2;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 * 2 * Math.atan2(Math.sqrt(x), Math.sqrt(1-x));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fmtD(m){ return m&lt;1000 ? `${Math.round(m)}m`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: `${(m/1000).toFixed(1)}km`; 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navigator.geolocation.watchPosition()으로 위도·경도(uLat, uLng)를 실시간 갱신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‘펄싱 블루 닷’으로 현재 위치를 표시 (HTTPS 환경, 즉 GitHub Pages에서만 정상 동작)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dist()는 위경도 두 쌍을 받아 두 지점 사이의 직선 거리를(m) 계산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fmtD()가 결과를 “240m” / “1.3km”처럼 사람이 읽기 좋은 형태로 변환해 표시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 &amp;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· 검색 기능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칩과 검색창은 같은 화장실 목록을 다른 조건으로 ‘다시 그리는’ 방식으로 동작합니다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035040" cy="3794760"/>
          </a:xfrm>
          <a:prstGeom prst="roundRect">
            <a:avLst>
              <a:gd name="adj" fmla="val 1928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486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passFilter(t)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(activeFilter)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'bidet':    return t.bidet;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'open24h':  return t.open24h;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'disabled': return t.disabled;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'public':   return t.type === 'public';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'secret':   return t.type === 'secret';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return true;  // '전체'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칩(전체/비데/24시간/장애인용/공용/비밀)을 누르면 activeFilter 값이 바뀜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renderMarkers()가 전체 화장실 목록을 passFilter()로 걸러 지도를 다시 그림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검색창에 입력하면 화장실 이름·동네 이름과 비교해 자동완성 목록(#ac)을 보여줌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선택 시 map.setView()로 지도를 해당 위치로 이동하고 상세 시트를 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SECRET TOILET &amp; COIN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화장실 &amp; 코인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코인 1개로 비밀번호를 ‘영구 해금’하며, unlockedIds 목록으로 중복 차감을 방지합니다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126480" cy="4114800"/>
          </a:xfrm>
          <a:prstGeom prst="roundRect">
            <a:avLst>
              <a:gd name="adj" fmla="val 1778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useCoin(){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if(coins&lt;=0){ showToast('코인이 부족합니다'); return; 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coins--; localStorage.setItem('coins', coins);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해금 목록에 저장 → 이후엔 다시 차감하지 않음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if(!unlockedIds.includes(sel.id)){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unlockedIds.push(sel.id);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localStorage.setItem('unlockedIds',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JSON.stringify(unlockedIds));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비밀번호 · 위치 정보 화면에 표시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잠긴 화장실 상세창에서 “코인 1개로 비밀번호 확인” 버튼을 누르면 모달이 뜸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useCoin()이 코인을 1개 차감하고, 비밀번호·내부 위치를 공개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화장실 id를 unlockedIds에 저장 → 다음에 다시 봐도 코인을 또 쓰지 않음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상세창은 “잠김/해금” 두 영역을 미리 만들어두고 display로만 전환 — 화면이 깨지지 않도록 설계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REVIEWS &amp; PERSISTENCE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작성 &amp; 데이터 저장 (localStorage)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작성한 리뷰는 reviewsDB 객체에 누적되고, 기존 평점과 합산되어 화면에 반영됩니다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126480" cy="3931920"/>
          </a:xfrm>
          <a:prstGeom prst="roundRect">
            <a:avLst>
              <a:gd name="adj" fmla="val 1860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computeRating(t){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uRevs = reviewsDB[String(t.id)] || [];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if(!uRevs.length) return { avg:t.rating, cnt:t.reviews };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uAvg = average(uRevs.map(r =&gt; r.stars));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totalCnt = t.reviews + uRevs.length;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avg = (t.rating*t.reviews + uAvg*uRevs.length)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/ totalCnt;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avg: round(avg, 1), cnt: totalCnt };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별점·후기·사진(최대 4MB)을 입력해 제출하면 reviewsDB[화장실id]에 새 리뷰가 추가됨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localStorage.setItem('reviews', JSON.stringify(reviewsDB))로 브라우저에 영구 저장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computeRating()이 원래 평점과 새 리뷰들의 평균을 가중 합산해 최종 별점을 계산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작성 시 코인 +1 지급 → 모인 코인으로 비밀 화장실을 해금하는 선순환 구조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486400" cy="5486400"/>
          </a:xfrm>
          <a:prstGeom prst="ellipse">
            <a:avLst/>
          </a:prstGeom>
          <a:solidFill>
            <a:srgbClr val="234A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66928" cy="566928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2951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장의 HTML로 완성된 SPA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660904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 지도 · 필터 · 코인 · 리뷰까지 빌드 과정 없이 단일 파일에서 동작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410712"/>
            <a:ext cx="566928" cy="566928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3741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데이터는 모두 localStorage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73989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서버 없이도 코인·저장목록·리뷰·등록 화장실이 브라우저에 영구 보존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489704"/>
            <a:ext cx="566928" cy="566928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4531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나눌수록 커지는 서비스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481888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리뷰·등록에 코인을 보상해, 사용자가 곧 데이터를 채우는 선순환 설계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234A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6676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앞으로의 개선 방향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1089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데이터 API 연동으로 화장실 정보 자동 갱신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서버·DB 도입으로 여러 사용자 간 리뷰 동기화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신고·검수 기능으로 등록 정보의 신뢰도 강화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6035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 🚻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160520" y="5943600"/>
            <a:ext cx="7406640" cy="566928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60520" y="59436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 사이트 바로 가기 :  </a:t>
            </a:r>
            <a:r>
              <a:rPr lang="en-US" sz="1400" b="1" u="sng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3" tooltip="어딨어 내 화장실 사이트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어딨어 내 화장실 (GitHub Pages)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1522</Words>
  <Application>Microsoft Office PowerPoint</Application>
  <PresentationFormat>와이드스크린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어딨어 내 화장실 - 코드와 작동 원리</dc:title>
  <dc:subject>PptxGenJS Presentation</dc:subject>
  <dc:creator>어딨어 내 화장실 팀</dc:creator>
  <cp:lastModifiedBy>김 예진</cp:lastModifiedBy>
  <cp:revision>2</cp:revision>
  <dcterms:created xsi:type="dcterms:W3CDTF">2026-06-06T07:48:09Z</dcterms:created>
  <dcterms:modified xsi:type="dcterms:W3CDTF">2026-06-06T07:51:46Z</dcterms:modified>
</cp:coreProperties>
</file>